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Customer Air-Gapped AI Deployment Charter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Objective: Deploy zero-telemetry RAG across 250,000 legacy engineering manuals &amp; CAD drawings.</a:t>
            </a:r>
          </a:p>
          <a:p>
            <a:r>
              <a:t>• Security Requirement: 100% physical air-gap (CMMC Level 3 / ITAR / NIST SP 800-171).</a:t>
            </a:r>
          </a:p>
          <a:p>
            <a:r>
              <a:t>• Target Query Latency: Under 2.0 seconds for exact MIL-SPEC footnote &amp; table pinpointing.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Critical Maintenance Bottlenecks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Field technicians currently spend 3.8 hours per shift searching PDFs for superseded part numbers.</a:t>
            </a:r>
          </a:p>
          <a:p>
            <a:r>
              <a:t>• Key Audit Finding: 1989 baseline fastener MS90725-114 was superseded by NAS1149-F0832P (52.0 Nm).</a:t>
            </a:r>
          </a:p>
          <a:p>
            <a:r>
              <a:t>• AirVault Solution: Automated cross-document contradiction alerts linking 1989 manuals to 2026 ECOs.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